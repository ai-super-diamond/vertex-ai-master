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Vertex AI Master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Project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Java 25 • Picocli • Google Cloud Vertex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Vertex AI Master CLI</a:t>
            </a:r>
          </a:p>
          <a:p>
            <a:pPr lvl="1"/>
            <a:r>
              <a:t>Command-line interface for Google's Vertex AI generative models</a:t>
            </a:r>
          </a:p>
          <a:p>
            <a:pPr lvl="1"/>
            <a:r>
              <a:t>Built with Java 25, Picocli, and clean layered architecture</a:t>
            </a:r>
          </a:p>
          <a:p>
            <a:pPr lvl="1"/>
            <a:r>
              <a:t>Supports dual API routing (Vertex AI SDK + Chat Completions API)</a:t>
            </a:r>
          </a:p>
          <a:p>
            <a:pPr lvl="1"/>
            <a:r>
              <a:t>Tests model availability across 40+ GCP regions</a:t>
            </a:r>
          </a:p>
          <a:p>
            <a:pPr lvl="1"/>
            <a:r>
              <a:t>Native executable support via GraalVM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 API Support</a:t>
            </a:r>
          </a:p>
          <a:p>
            <a:pPr lvl="1"/>
            <a:r>
              <a:t>Seamlessly switches between Vertex AI SDK and Chat Completions API</a:t>
            </a:r>
          </a:p>
          <a:p>
            <a:pPr/>
            <a:r>
              <a:t>Region Availability Testing</a:t>
            </a:r>
          </a:p>
          <a:p>
            <a:pPr lvl="1"/>
            <a:r>
              <a:t>Check model availability across clusters (US, EU, ASIA, etc.)</a:t>
            </a:r>
          </a:p>
          <a:p>
            <a:pPr/>
            <a:r>
              <a:t>Model Alias System</a:t>
            </a:r>
          </a:p>
          <a:p>
            <a:pPr lvl="1"/>
            <a:r>
              <a:t>Define short names for complex model IDs in models.properties</a:t>
            </a:r>
          </a:p>
          <a:p>
            <a:pPr/>
            <a:r>
              <a:t>Flexible Authentication</a:t>
            </a:r>
          </a:p>
          <a:p>
            <a:pPr lvl="1"/>
            <a:r>
              <a:t>API Key, Service Account JSON, Application Default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3-Tier Layered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Presentation Layer (CLI)</a:t>
            </a:r>
          </a:p>
          <a:p>
            <a:pPr lvl="1"/>
            <a:r>
              <a:t>VertexAiMasterMain - Picocli-based CLI</a:t>
            </a:r>
          </a:p>
          <a:p>
            <a:pPr lvl="1"/>
            <a:r>
              <a:t>Handles user input, authentication options, region checks</a:t>
            </a:r>
          </a:p>
          <a:p>
            <a:pPr/>
            <a:r>
              <a:t>2. Service Layer</a:t>
            </a:r>
          </a:p>
          <a:p>
            <a:pPr lvl="1"/>
            <a:r>
              <a:t>VertexAiService - Business logic and orchestration</a:t>
            </a:r>
          </a:p>
          <a:p>
            <a:pPr lvl="1"/>
            <a:r>
              <a:t>Model resolution, region management, request routing</a:t>
            </a:r>
          </a:p>
          <a:p>
            <a:pPr/>
            <a:r>
              <a:t>3. Client Layer</a:t>
            </a:r>
          </a:p>
          <a:p>
            <a:pPr lvl="1"/>
            <a:r>
              <a:t>VertexAiClient - Direct API communication</a:t>
            </a:r>
          </a:p>
          <a:p>
            <a:pPr lvl="1"/>
            <a:r>
              <a:t>ChatCompletionsClient, RawPredictClient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VertexAiClient</a:t>
            </a:r>
          </a:p>
          <a:p>
            <a:pPr lvl="1"/>
            <a:r>
              <a:t>Main client for API communication</a:t>
            </a:r>
          </a:p>
          <a:p>
            <a:pPr lvl="1"/>
            <a:r>
              <a:t>Automatic routing: Standard API vs Chat Completions vs RawPredict</a:t>
            </a:r>
          </a:p>
          <a:p>
            <a:pPr/>
            <a:r>
              <a:t>ChatCompletionsClient</a:t>
            </a:r>
          </a:p>
          <a:p>
            <a:pPr lvl="1"/>
            <a:r>
              <a:t>Handles Model-as-a-Service (MaaS) offerings (DeepSeek, Qwen, etc.)</a:t>
            </a:r>
          </a:p>
          <a:p>
            <a:pPr/>
            <a:r>
              <a:t>RawPredictClient</a:t>
            </a:r>
          </a:p>
          <a:p>
            <a:pPr lvl="1"/>
            <a:r>
              <a:t>Direct rawPredict API for specialized models (Mistral Codestral)</a:t>
            </a:r>
          </a:p>
          <a:p>
            <a:pPr/>
            <a:r>
              <a:t>WorldwideAvailabilityClient</a:t>
            </a:r>
          </a:p>
          <a:p>
            <a:pPr lvl="1"/>
            <a:r>
              <a:t>Tests model availability across all global regions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Transfer Objects (DTOs)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AuthenticationConfig</a:t>
            </a:r>
          </a:p>
          <a:p>
            <a:pPr lvl="1"/>
            <a:r>
              <a:t>API Key, Service Account, ADC configurations</a:t>
            </a:r>
          </a:p>
          <a:p>
            <a:pPr/>
            <a:r>
              <a:t>GenerationRequest / GenerationResult</a:t>
            </a:r>
          </a:p>
          <a:p>
            <a:pPr lvl="1"/>
            <a:r>
              <a:t>Request/response for content generation</a:t>
            </a:r>
          </a:p>
          <a:p>
            <a:pPr/>
            <a:r>
              <a:t>RegionCheckRequest / RegionCheckResult</a:t>
            </a:r>
          </a:p>
          <a:p>
            <a:pPr lvl="1"/>
            <a:r>
              <a:t>Region availability testing data structures</a:t>
            </a:r>
          </a:p>
          <a:p>
            <a:pPr/>
            <a:r>
              <a:t>ErrorType enum</a:t>
            </a:r>
          </a:p>
          <a:p>
            <a:pPr lvl="1"/>
            <a:r>
              <a:t>Categorizes API errors for better diagnostics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 &amp; Runtime</a:t>
            </a:r>
          </a:p>
          <a:p>
            <a:pPr lvl="1"/>
            <a:r>
              <a:t>Java 25 (latest LTS features)</a:t>
            </a:r>
          </a:p>
          <a:p>
            <a:pPr/>
            <a:r>
              <a:t>CLI Framework</a:t>
            </a:r>
          </a:p>
          <a:p>
            <a:pPr lvl="1"/>
            <a:r>
              <a:t>Picocli 4.7.7 - Annotation-based command parsing</a:t>
            </a:r>
          </a:p>
          <a:p>
            <a:pPr/>
            <a:r>
              <a:t>Google Cloud SDKs</a:t>
            </a:r>
          </a:p>
          <a:p>
            <a:pPr lvl="1"/>
            <a:r>
              <a:t>Google GenAI SDK 1.32.0, Google Auth Library 1.41.0</a:t>
            </a:r>
          </a:p>
          <a:p>
            <a:pPr/>
            <a:r>
              <a:t>Build &amp; Tooling</a:t>
            </a:r>
          </a:p>
          <a:p>
            <a:pPr lvl="1"/>
            <a:r>
              <a:t>Maven 3.9+, GraalVM (native builds), Spotless (formatting)</a:t>
            </a:r>
          </a:p>
          <a:p>
            <a:pPr/>
            <a:r>
              <a:t>Testing</a:t>
            </a:r>
          </a:p>
          <a:p>
            <a:pPr lvl="1"/>
            <a:r>
              <a:t>JUnit 5, AssertJ, Mockito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Authentication Methods</a:t>
            </a:r>
          </a:p>
          <a:p>
            <a:pPr/>
            <a:r>
              <a:t>1. API Key (Gemini API)</a:t>
            </a:r>
          </a:p>
          <a:p>
            <a:pPr lvl="1"/>
            <a:r>
              <a:t>Direct API key for public Gemini models</a:t>
            </a:r>
          </a:p>
          <a:p>
            <a:pPr lvl="1"/>
            <a:r>
              <a:t>No GCP project required</a:t>
            </a:r>
          </a:p>
          <a:p>
            <a:pPr/>
            <a:r>
              <a:t>2. Service Account with Explicit Key File</a:t>
            </a:r>
          </a:p>
          <a:p>
            <a:pPr lvl="1"/>
            <a:r>
              <a:t>Loads credentials from JSON key file</a:t>
            </a:r>
          </a:p>
          <a:p>
            <a:pPr lvl="1"/>
            <a:r>
              <a:t>Full Vertex AI capabilities</a:t>
            </a:r>
          </a:p>
          <a:p>
            <a:pPr/>
            <a:r>
              <a:t>3. Application Default Credentials (ADC)</a:t>
            </a:r>
          </a:p>
          <a:p>
            <a:pPr lvl="1"/>
            <a:r>
              <a:t>Uses GOOGLE_APPLICATION_CREDENTIALS environment variable</a:t>
            </a:r>
          </a:p>
          <a:p>
            <a:pPr lvl="1"/>
            <a:r>
              <a:t>Seamless local development and cloud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Routing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API Selection</a:t>
            </a:r>
          </a:p>
          <a:p>
            <a:pPr/>
            <a:r>
              <a:t>Standard Vertex AI API</a:t>
            </a:r>
          </a:p>
          <a:p>
            <a:pPr lvl="1"/>
            <a:r>
              <a:t>Gemini, Llama, Claude models</a:t>
            </a:r>
          </a:p>
          <a:p>
            <a:pPr lvl="1"/>
            <a:r>
              <a:t>Uses GenAI SDK with generateContent()</a:t>
            </a:r>
          </a:p>
          <a:p>
            <a:pPr/>
            <a:r>
              <a:t>Chat Completions API (MaaS)</a:t>
            </a:r>
          </a:p>
          <a:p>
            <a:pPr lvl="1"/>
            <a:r>
              <a:t>DeepSeek, Qwen models</a:t>
            </a:r>
          </a:p>
          <a:p>
            <a:pPr lvl="1"/>
            <a:r>
              <a:t>Configured via .provider property in models.properties</a:t>
            </a:r>
          </a:p>
          <a:p>
            <a:pPr/>
            <a:r>
              <a:t>RawPredict API</a:t>
            </a:r>
          </a:p>
          <a:p>
            <a:pPr lvl="1"/>
            <a:r>
              <a:t>Specialized models (Mistral Codestral)</a:t>
            </a:r>
          </a:p>
          <a:p>
            <a:pPr lvl="1"/>
            <a:r>
              <a:t>Configured via .api=rawPredict property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RegionCatalog &amp; RegionProvider</a:t>
            </a:r>
          </a:p>
          <a:p>
            <a:pPr lvl="1"/>
            <a:r>
              <a:t>Supports 40+ GCP regions organized by clusters</a:t>
            </a:r>
          </a:p>
          <a:p>
            <a:pPr lvl="1"/>
            <a:r>
              <a:t>Clusters: US, EU, ASIA, MIDDLE_EAST, AFRICA, CANADA, SOUTH_AMERICA</a:t>
            </a:r>
          </a:p>
          <a:p>
            <a:pPr/>
            <a:r>
              <a:t>Cluster-Wide Testing</a:t>
            </a:r>
          </a:p>
          <a:p>
            <a:pPr lvl="1"/>
            <a:r>
              <a:t>--check-all-regions --cluster US</a:t>
            </a:r>
          </a:p>
          <a:p>
            <a:pPr/>
            <a:r>
              <a:t>Worldwide Testing</a:t>
            </a:r>
          </a:p>
          <a:p>
            <a:pPr lvl="1"/>
            <a:r>
              <a:t>--worldwide flag tests all regions globally</a:t>
            </a:r>
          </a:p>
          <a:p>
            <a:pPr/>
            <a:r>
              <a:t>Per-Model Region Override</a:t>
            </a:r>
          </a:p>
          <a:p>
            <a:pPr lvl="1"/>
            <a:r>
              <a:t>models.properties supports .region=global for global endpoints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System &amp; Native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Maven Multi-Profile Build</a:t>
            </a:r>
          </a:p>
          <a:p>
            <a:pPr lvl="1"/>
            <a:r>
              <a:t>Default: JAR with dependencies (maven-shade-plugin)</a:t>
            </a:r>
          </a:p>
          <a:p>
            <a:pPr lvl="1"/>
            <a:r>
              <a:t>Profile 'native': GraalVM native executable (vertex.exe)</a:t>
            </a:r>
          </a:p>
          <a:p>
            <a:pPr lvl="1"/>
            <a:r>
              <a:t>Profile 'spotbugs': Static analysis</a:t>
            </a:r>
          </a:p>
          <a:p>
            <a:pPr/>
            <a:r>
              <a:t>Code Quality Tools</a:t>
            </a:r>
          </a:p>
          <a:p>
            <a:pPr lvl="1"/>
            <a:r>
              <a:t>Spotless: Auto-formatting with Eclipse formatter</a:t>
            </a:r>
          </a:p>
          <a:p>
            <a:pPr lvl="1"/>
            <a:r>
              <a:t>Checkstyle: Google Java Style enforcement</a:t>
            </a:r>
          </a:p>
          <a:p>
            <a:pPr lvl="1"/>
            <a:r>
              <a:t>OpenRewrite: Dependency version management</a:t>
            </a:r>
          </a:p>
          <a:p>
            <a:pPr/>
            <a:r>
              <a:t>Native Build Benefits</a:t>
            </a:r>
          </a:p>
          <a:p>
            <a:pPr lvl="1"/>
            <a:r>
              <a:t>Near-instant startup, single executable, no JVM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Test Suite</a:t>
            </a:r>
          </a:p>
          <a:p>
            <a:pPr/>
            <a:r>
              <a:t>Unit Tests</a:t>
            </a:r>
          </a:p>
          <a:p>
            <a:pPr lvl="1"/>
            <a:r>
              <a:t>VertexAiClientTest, RegionCatalogTest, AuthenticationConfigTest</a:t>
            </a:r>
          </a:p>
          <a:p>
            <a:pPr lvl="1"/>
            <a:r>
              <a:t>Mockito with inline mocking for final classes</a:t>
            </a:r>
          </a:p>
          <a:p>
            <a:pPr/>
            <a:r>
              <a:t>Integration Tests</a:t>
            </a:r>
          </a:p>
          <a:p>
            <a:pPr lvl="1"/>
            <a:r>
              <a:t>WorldwideAvailabilityClientTest</a:t>
            </a:r>
          </a:p>
          <a:p>
            <a:pPr lvl="1"/>
            <a:r>
              <a:t>VertexAiMasterMainTest - CLI integration</a:t>
            </a:r>
          </a:p>
          <a:p>
            <a:pPr/>
            <a:r>
              <a:t>Testing Tools</a:t>
            </a:r>
          </a:p>
          <a:p>
            <a:pPr lvl="1"/>
            <a:r>
              <a:t>JUnit 5 with AssertJ fluent assertions</a:t>
            </a:r>
          </a:p>
          <a:p>
            <a:pPr lvl="1"/>
            <a:r>
              <a:t>Byte Buddy agent for advanced mocking scenarios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Utilities &amp; Supporting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PropertiesLoader</a:t>
            </a:r>
          </a:p>
          <a:p>
            <a:pPr lvl="1"/>
            <a:r>
              <a:t>Loads models.properties with system property override support</a:t>
            </a:r>
          </a:p>
          <a:p>
            <a:pPr/>
            <a:r>
              <a:t>MarkdownReportGenerator</a:t>
            </a:r>
          </a:p>
          <a:p>
            <a:pPr lvl="1"/>
            <a:r>
              <a:t>Generates formatted Markdown reports for region availability</a:t>
            </a:r>
          </a:p>
          <a:p>
            <a:pPr lvl="1"/>
            <a:r>
              <a:t>Includes model metadata, success/fail counts, region details</a:t>
            </a:r>
          </a:p>
          <a:p>
            <a:pPr/>
            <a:r>
              <a:t>VertexUtils</a:t>
            </a:r>
          </a:p>
          <a:p>
            <a:pPr lvl="1"/>
            <a:r>
              <a:t>Common utility functions for API interaction</a:t>
            </a:r>
          </a:p>
          <a:p>
            <a:pPr/>
            <a:r>
              <a:t>Logging Infrastructure</a:t>
            </a:r>
          </a:p>
          <a:p>
            <a:pPr lvl="1"/>
            <a:r>
              <a:t>SLF4J API with Logback Classic implementation</a:t>
            </a:r>
          </a:p>
          <a:p>
            <a:pPr lvl="1"/>
            <a:r>
              <a:t>Configured via logback.xml in resources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models.properties Structure</a:t>
            </a:r>
          </a:p>
          <a:p>
            <a:pPr/>
            <a:r>
              <a:t>Model Aliases</a:t>
            </a:r>
          </a:p>
          <a:p>
            <a:pPr lvl="1"/>
            <a:r>
              <a:t>gemini.pro=gemini-1.5-pro-001</a:t>
            </a:r>
          </a:p>
          <a:p>
            <a:pPr/>
            <a:r>
              <a:t>Provider Mapping</a:t>
            </a:r>
          </a:p>
          <a:p>
            <a:pPr lvl="1"/>
            <a:r>
              <a:t>deepseek.r1.0528.provider=deepseek-ai</a:t>
            </a:r>
          </a:p>
          <a:p>
            <a:pPr/>
            <a:r>
              <a:t>Region Override</a:t>
            </a:r>
          </a:p>
          <a:p>
            <a:pPr lvl="1"/>
            <a:r>
              <a:t>gemini.pro.region=us-central1</a:t>
            </a:r>
          </a:p>
          <a:p>
            <a:pPr/>
            <a:r>
              <a:t>API Routing</a:t>
            </a:r>
          </a:p>
          <a:p>
            <a:pPr lvl="1"/>
            <a:r>
              <a:t>codestral.api=rawPredict</a:t>
            </a:r>
          </a:p>
          <a:p>
            <a:pPr/>
            <a:r>
              <a:t>External Configuration</a:t>
            </a:r>
          </a:p>
          <a:p>
            <a:pPr lvl="1"/>
            <a:r>
              <a:t>System property: models.config=path/to/custom.properties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Architecture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Separation of Concerns</a:t>
            </a:r>
          </a:p>
          <a:p>
            <a:pPr lvl="1"/>
            <a:r>
              <a:t>CLI ↔ Service ↔ Client layers with DTOs</a:t>
            </a:r>
          </a:p>
          <a:p>
            <a:pPr/>
            <a:r>
              <a:t>Extensibility</a:t>
            </a:r>
          </a:p>
          <a:p>
            <a:pPr lvl="1"/>
            <a:r>
              <a:t>Easy to add new models, providers, or API endpoints</a:t>
            </a:r>
          </a:p>
          <a:p>
            <a:pPr/>
            <a:r>
              <a:t>Flexibility</a:t>
            </a:r>
          </a:p>
          <a:p>
            <a:pPr lvl="1"/>
            <a:r>
              <a:t>Multiple auth methods, configurable model routing</a:t>
            </a:r>
          </a:p>
          <a:p>
            <a:pPr/>
            <a:r>
              <a:t>Testability</a:t>
            </a:r>
          </a:p>
          <a:p>
            <a:pPr lvl="1"/>
            <a:r>
              <a:t>Comprehensive unit and integration test coverage</a:t>
            </a:r>
          </a:p>
          <a:p>
            <a:pPr/>
            <a:r>
              <a:t>Performance</a:t>
            </a:r>
          </a:p>
          <a:p>
            <a:pPr lvl="1"/>
            <a:r>
              <a:t>Native compilation for instant startup and low resource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